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FDBF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D4ED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Early Life…</c:v>
                  </c:pt>
                  <c:pt idx="1">
                    <c:v>Academic E…</c:v>
                  </c:pt>
                  <c:pt idx="2">
                    <c:v>Political …</c:v>
                  </c:pt>
                  <c:pt idx="3">
                    <c:v>Leadership…</c:v>
                  </c:pt>
                  <c:pt idx="4">
                    <c:v>Role in Pa…</c:v>
                  </c:pt>
                  <c:pt idx="5">
                    <c:v>Legacy and…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FDBF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D4ED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Early Life…</c:v>
                  </c:pt>
                  <c:pt idx="1">
                    <c:v>Academic E…</c:v>
                  </c:pt>
                  <c:pt idx="2">
                    <c:v>Political …</c:v>
                  </c:pt>
                  <c:pt idx="3">
                    <c:v>Leadership…</c:v>
                  </c:pt>
                  <c:pt idx="4">
                    <c:v>Role in Pa…</c:v>
                  </c:pt>
                  <c:pt idx="5">
                    <c:v>Legacy and…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FDBF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D4ED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Early Life…</c:v>
                  </c:pt>
                  <c:pt idx="1">
                    <c:v>Academic E…</c:v>
                  </c:pt>
                  <c:pt idx="2">
                    <c:v>Political …</c:v>
                  </c:pt>
                  <c:pt idx="3">
                    <c:v>Leadership…</c:v>
                  </c:pt>
                  <c:pt idx="4">
                    <c:v>Role in Pa…</c:v>
                  </c:pt>
                  <c:pt idx="5">
                    <c:v>Legacy and…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FDBF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D4ED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Early Life…</c:v>
                  </c:pt>
                  <c:pt idx="1">
                    <c:v>Academic E…</c:v>
                  </c:pt>
                  <c:pt idx="2">
                    <c:v>Political …</c:v>
                  </c:pt>
                  <c:pt idx="3">
                    <c:v>Leadership…</c:v>
                  </c:pt>
                  <c:pt idx="4">
                    <c:v>Role in Pa…</c:v>
                  </c:pt>
                  <c:pt idx="5">
                    <c:v>Legacy and…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FDBF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D4ED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Early Life…</c:v>
                  </c:pt>
                  <c:pt idx="1">
                    <c:v>Academic E…</c:v>
                  </c:pt>
                  <c:pt idx="2">
                    <c:v>Political …</c:v>
                  </c:pt>
                  <c:pt idx="3">
                    <c:v>Leadership…</c:v>
                  </c:pt>
                  <c:pt idx="4">
                    <c:v>Role in Pa…</c:v>
                  </c:pt>
                  <c:pt idx="5">
                    <c:v>Legacy and…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Quaid-e-Azam: The Architect of Pakistan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Comprehensive Overview of His Life and Legacy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840480" y="3246120"/>
            <a:ext cx="4480560" cy="0"/>
          </a:xfrm>
          <a:prstGeom prst="line">
            <a:avLst/>
          </a:prstGeom>
          <a:noFill/>
          <a:ln w="25400">
            <a:solidFill>
              <a:srgbClr val="60A5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6309360"/>
            <a:ext cx="12188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by SolvixAI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Early Life and Family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Born 25 December 1876 in Karachi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Born into a prosperous Parsi family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schooling in local schools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Family influence on his values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Academic Excellence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Studied at St. Patrick's High School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Graduated from the University of Cambridge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Earned LLB from Lincoln's Inn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Returned to practice law in Bombay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Political Awakening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Joined Indian National Congress in 1906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Shifted to Muslim League in 1930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Advocated for Muslim rights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Delivered key speeches in Bombay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Leadership of the Muslim League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Consolidated party structure nationwide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Introduced Lahore Resolution 1940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Led 1946 elections with massive support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Negotiated with British authorities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Role in Partition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Facilitated 1947 Independence Plan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Negotiated with Viceroy Mountbatten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Delivered farewell address to Muslims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Established Pakistan’s foundational principles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Legacy and Impact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972800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2801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143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Founding Father of Pakistan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9659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Legal reforms and constitutional framework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517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2514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National symbols: Quaid-e-Azam Day, Jinnah's portrait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5468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3337560"/>
            <a:ext cx="109728" cy="109728"/>
          </a:xfrm>
          <a:prstGeom prst="ellipse">
            <a:avLst/>
          </a:prstGeom>
          <a:solidFill>
            <a:srgbClr val="2563EB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Enduring influence on Pakistani politics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789920" y="630936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Detailed Summary — Part 1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6675120" cy="4846320"/>
          </a:xfrm>
          <a:prstGeom prst="roundRect">
            <a:avLst>
              <a:gd name="adj" fmla="val 1509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88720"/>
            <a:ext cx="626364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Quaid-e-Azam: The Architect of Pakistan is a comprehensive, multi-dimensional subject carefully structured across 6 thematic sections in this presentation.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presentation establishes a strong foundation, introducing the core concepts, background, and essential context needed for deep understanding.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central theme "A Comprehensive Overview of His Life and Legacy" anchors the entire discussion and provides the reader with a clear and focused direction throughout.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section has been thoughtfully designed to build upon the previous one, ensuring a smooth, logical, and easy-to-follow flow of ideas.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structure is intentionally modular so that every key area receives adequate attention while still contributing to a unified narrative.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0" y="1005840"/>
            <a:ext cx="4389120" cy="48463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0" y="1143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Emphasis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498080" y="1600200"/>
          <a:ext cx="40233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058400" y="63093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 1/5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Detailed Summary — Part 2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6675120" cy="4846320"/>
          </a:xfrm>
          <a:prstGeom prst="roundRect">
            <a:avLst>
              <a:gd name="adj" fmla="val 1509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88720"/>
            <a:ext cx="626364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Together, these sections cover approximately 24 key bullet points highlighting the most important insights and takeaways.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strategic perspective, Quaid-e-Azam: The Architect of Pakistan plays a significant role in shaping outcomes, influencing decisions, and driving measurable value.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theoretical understanding with practical application, making it relevant both for new learners and experienced professionals.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of the most important observations is that Quaid-e-Azam: The Architect of Pakistan cannot be viewed in isolation from other internal or external factors.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interacts with technology, human behavior, market dynamics, and organizational priorities in complex and often unpredictable ways.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0" y="1005840"/>
            <a:ext cx="4389120" cy="48463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0" y="1143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Insights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498080" y="1600200"/>
          <a:ext cx="40233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058400" y="63093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 2/5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Detailed Summary — Part 3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6675120" cy="4846320"/>
          </a:xfrm>
          <a:prstGeom prst="roundRect">
            <a:avLst>
              <a:gd name="adj" fmla="val 1509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88720"/>
            <a:ext cx="626364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Understanding these interactions is essential for making informed decisions and for anticipating future trends with confidence.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presentation also highlights several emerging developments and opportunities that are likely to shape the future of Quaid-e-Azam: The Architect of Pakistan.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developments suggest that continuous learning, adaptability, and innovation will remain critical success factors in the coming years.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terms of benefits, Quaid-e-Azam: The Architect of Pakistan offers improved efficiency, better decision-making, enhanced clarity, and stronger strategic alignment.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the same time, it introduces certain challenges — such as complexity, resource requirements, and the need for skilled implementation.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0" y="1005840"/>
            <a:ext cx="4389120" cy="48463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0" y="1143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Focus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498080" y="1600200"/>
          <a:ext cx="40233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058400" y="63093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 3/5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Detailed Summary — Part 4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6675120" cy="4846320"/>
          </a:xfrm>
          <a:prstGeom prst="roundRect">
            <a:avLst>
              <a:gd name="adj" fmla="val 1509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88720"/>
            <a:ext cx="626364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Addressing these challenges proactively can unlock substantial long-term value and create a sustainable competitive advantage.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visual chart included in these summary slides summarizes the relative emphasis placed on each major section of the presentation.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provides a quick, at-a-glance understanding of how the content is distributed and where the strongest focus lies.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Overall, Quaid-e-Azam: The Architect of Pakistan is a topic of lasting importance, and the insights presented here serve as a practical reference for further exploration.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presentation concludes with a clear set of takeaways that can be directly applied, adapted, and expanded upon in future work.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0" y="1005840"/>
            <a:ext cx="4389120" cy="48463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0" y="1143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Areas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498080" y="1600200"/>
          <a:ext cx="40233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058400" y="63093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 4/5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Detailed Summary — Part 5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6675120" cy="4846320"/>
          </a:xfrm>
          <a:prstGeom prst="roundRect">
            <a:avLst>
              <a:gd name="adj" fmla="val 1509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88720"/>
            <a:ext cx="626364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summary, this presentation delivers a complete, structured, and insightful overview of Quaid-e-Azam: The Architect of Pakistan with clarity, depth, and relevance.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supports both understanding and action, making it a valuable resource for students, professionals, and decision-makers alike.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ideas presented can be extended into workshops, strategy sessions, or further research depending on the reader's specific goals.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Finally, the content has been kept concise, visually consistent, and easy to navigate so that the key message is never lost.</a:t>
            </a: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endParaRPr lang="en-US" sz="14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hope this presentation provides a strong starting point for deeper discussion and meaningful real-world application.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0" y="1005840"/>
            <a:ext cx="4389120" cy="48463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0" y="1143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Takeaways</a:t>
            </a:r>
            <a:endParaRPr lang="en-US" sz="1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498080" y="1600200"/>
          <a:ext cx="40233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6309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0058400" y="63093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 5/5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31546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BEA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by SolvixAI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6309360"/>
            <a:ext cx="12188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SOLVIX_AI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Solvix_AI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Quaid-e-Azam: The Architect of Pakistan</dc:title>
  <dc:subject>Quaid-e-Azam: The Architect of Pakistan</dc:subject>
  <dc:creator>SOLVIX_AI</dc:creator>
  <cp:lastModifiedBy>SOLVIX_AI</cp:lastModifiedBy>
  <cp:revision>1</cp:revision>
  <dcterms:created xsi:type="dcterms:W3CDTF">2026-09-10T06:05:02Z</dcterms:created>
  <dcterms:modified xsi:type="dcterms:W3CDTF">2026-09-10T06:05:02Z</dcterms:modified>
</cp:coreProperties>
</file>