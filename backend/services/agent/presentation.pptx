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Creating a Simple Notes App in JavaScript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Step-by-Step Guide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40480" y="3246120"/>
            <a:ext cx="448056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 Notes App?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for capturing quick thoughts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user tasks: add, edit, delete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features: list, search, organize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enables dynamic interaction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Environment Setup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Install Node.js and npm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project folder and init npm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code editor (VS Code, Sublime)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a local server (Live Server extension)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 object: { id, title, content, timestamp 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 notes in an array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unique id with Date.now() or UUID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timestamps for sorting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Building the UI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basic HTML skeleton with form and list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 with CSS for readability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event listeners for form submit and delete buttons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 notes dynamically with JavaScript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CRUD Operations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Create: push new note to array and re-render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Read: display all notes from array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Update: edit note fields and update array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Delete: remove note by id and re-render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Persisting Data &amp; Wrap-up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 notes in localStorage as JSON string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notes on page load with JSON.parse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Sync changes to localStorage after each CRUD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steps: add tags, search, cloud sync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SOLVIX_AI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Solvix_AI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Creating a Simple Notes App in JavaScript</dc:title>
  <dc:subject>Creating a Simple Notes App in JavaScript</dc:subject>
  <dc:creator>SOLVIX_AI</dc:creator>
  <cp:lastModifiedBy>SOLVIX_AI</cp:lastModifiedBy>
  <cp:revision>1</cp:revision>
  <dcterms:created xsi:type="dcterms:W3CDTF">2026-08-27T12:48:28Z</dcterms:created>
  <dcterms:modified xsi:type="dcterms:W3CDTF">2026-08-27T12:48:28Z</dcterms:modified>
</cp:coreProperties>
</file>