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Pre-Indepe…</c:v>
                  </c:pt>
                  <c:pt idx="1">
                    <c:v>Foundation…</c:v>
                  </c:pt>
                  <c:pt idx="2">
                    <c:v>The Ayub E…</c:v>
                  </c:pt>
                  <c:pt idx="3">
                    <c:v>The 1971 C…</c:v>
                  </c:pt>
                  <c:pt idx="4">
                    <c:v>Zia Era, G…</c:v>
                  </c:pt>
                  <c:pt idx="5">
                    <c:v>The 21st C…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Pre-Indepe…</c:v>
                  </c:pt>
                  <c:pt idx="1">
                    <c:v>Foundation…</c:v>
                  </c:pt>
                  <c:pt idx="2">
                    <c:v>The Ayub E…</c:v>
                  </c:pt>
                  <c:pt idx="3">
                    <c:v>The 1971 C…</c:v>
                  </c:pt>
                  <c:pt idx="4">
                    <c:v>Zia Era, G…</c:v>
                  </c:pt>
                  <c:pt idx="5">
                    <c:v>The 21st C…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Pre-Indepe…</c:v>
                  </c:pt>
                  <c:pt idx="1">
                    <c:v>Foundation…</c:v>
                  </c:pt>
                  <c:pt idx="2">
                    <c:v>The Ayub E…</c:v>
                  </c:pt>
                  <c:pt idx="3">
                    <c:v>The 1971 C…</c:v>
                  </c:pt>
                  <c:pt idx="4">
                    <c:v>Zia Era, G…</c:v>
                  </c:pt>
                  <c:pt idx="5">
                    <c:v>The 21st C…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Pre-Indepe…</c:v>
                  </c:pt>
                  <c:pt idx="1">
                    <c:v>Foundation…</c:v>
                  </c:pt>
                  <c:pt idx="2">
                    <c:v>The Ayub E…</c:v>
                  </c:pt>
                  <c:pt idx="3">
                    <c:v>The 1971 C…</c:v>
                  </c:pt>
                  <c:pt idx="4">
                    <c:v>Zia Era, G…</c:v>
                  </c:pt>
                  <c:pt idx="5">
                    <c:v>The 21st C…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Pre-Indepe…</c:v>
                  </c:pt>
                  <c:pt idx="1">
                    <c:v>Foundation…</c:v>
                  </c:pt>
                  <c:pt idx="2">
                    <c:v>The Ayub E…</c:v>
                  </c:pt>
                  <c:pt idx="3">
                    <c:v>The 1971 C…</c:v>
                  </c:pt>
                  <c:pt idx="4">
                    <c:v>Zia Era, G…</c:v>
                  </c:pt>
                  <c:pt idx="5">
                    <c:v>The 21st C…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Journey Through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Historical Evolution of Pakistan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246120"/>
            <a:ext cx="448056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SolvixAI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Pre-Independence &amp; The Freedom Struggle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801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historical heritage rooted in the ancient Indus Valley Civilization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659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Emergence of Muslim nationalism led by reformists like Sir Syed Ahmad Khan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517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of the All-India Muslim League in 1906 for minority rights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375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Passage of the historic Lahore Resolution demanding autonomy in 1940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233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Independence achieved on August 14, 1947, under Muhammad Ali Jinnah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309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Foundational Challenges &amp; Early Governance (1947–1958)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801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Ali Jinnah guided the nation as the first Governor-General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659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Massive logistical hurdles including severe refugee crises and asset division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517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of the Objectives Resolution in 1949 laying ideological foundations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375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Promulgation of the first official constitution in 1956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233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changes in prime ministers signaling early political instability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309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Ayub Era &amp; Regional Conflicts (1958–1969)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801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Ayub Khan enacted the country's first nationwide martial law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659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industrialization and agricultural expansion during the Green Revolution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517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of vital infrastructure including Mangla Dam and Tarbela Dam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375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1965 Indo-Pakistani War over disputed territories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233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relocation of the federal capital from Karachi to Islamabad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309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1971 Crisis &amp; Democratic Revival (1969–1977)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801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Rising regional tensions leading to the separation of East Pakistan as Bangladesh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659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Zulfikar Ali Bhutto assumed power to rebuild national institutions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517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Unanimous passage of the landmark 1973 Constitution of Pakistan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375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of sweeping socialist economic and nationalization policies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233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Initiation of the national nuclear energy and defense program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309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Zia Era, Geopolitics &amp; Nuclear Emergence (1977–1999)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801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Zia-ul-Haq imposed martial law and initiated state Islamization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659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Pakistan served as a frontline ally during the Soviet-Afghan War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517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Democratic decade in the 1990s alternating between Benazir Bhutto and Nawaz Sharif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375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underground nuclear tests conducted in May 1998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233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Heightened regional tensions culminating in the 1999 Kargil conflict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309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21st Century &amp; Modern Horizon (1999–Present)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801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Pervez Musharraf's administration and alliance in the War on Terror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659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Restoration of civilian rule with consecutive peaceful transfers of power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517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18th Constitutional Amendment enacted to grant greater provincial autonomy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375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of strategic megaprojects under the China-Pakistan Economic Corridor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23360"/>
            <a:ext cx="109728" cy="10972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focus on digital innovation, economic reform, and regional stability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309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Summary — Part 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6263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Journey Through Time is a comprehensive, multi-dimensional subject carefully structured across 6 thematic sections in this presentation.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establishes a strong foundation, introducing the core concepts, background, and essential context needed for deep understanding.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central theme "The Historical Evolution of Pakistan" anchors the entire discussion and provides the reader with a clear and focused direction throughout.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section has been thoughtfully designed to build upon the previous one, ensuring a smooth, logical, and easy-to-follow flow of ideas.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structure is intentionally modular so that every key area receives adequate attention while still contributing to a unified narrative.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005840"/>
            <a:ext cx="4389120" cy="48463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Emphasis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0" y="1600200"/>
          <a:ext cx="4023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0" y="6309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1/5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Summary — Part 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6263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Together, these sections cover approximately 30 key bullet points highlighting the most important insights and takeaways.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strategic perspective, A Journey Through Time plays a significant role in shaping outcomes, influencing decisions, and driving measurable value.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theoretical understanding with practical application, making it relevant both for new learners and experienced professionals.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 the most important observations is that A Journey Through Time cannot be viewed in isolation from other internal or external factors.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interacts with technology, human behavior, market dynamics, and organizational priorities in complex and often unpredictable ways.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005840"/>
            <a:ext cx="4389120" cy="48463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0" y="1600200"/>
          <a:ext cx="4023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0" y="6309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2/5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Summary — Part 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6263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these interactions is essential for making informed decisions and for anticipating future trends with confidence.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also highlights several emerging developments and opportunities that are likely to shape the future of A Journey Through Time.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developments suggest that continuous learning, adaptability, and innovation will remain critical success factors in the coming years.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terms of benefits, A Journey Through Time offers improved efficiency, better decision-making, enhanced clarity, and stronger strategic alignment.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same time, it introduces certain challenges — such as complexity, resource requirements, and the need for skilled implementation.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005840"/>
            <a:ext cx="4389120" cy="48463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Focus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0" y="1600200"/>
          <a:ext cx="4023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0" y="6309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3/5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Summary — Part 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6263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Addressing these challenges proactively can unlock substantial long-term value and create a sustainable competitive advantage.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visual chart included in these summary slides summarizes the relative emphasis placed on each major section of the presentation.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provides a quick, at-a-glance understanding of how the content is distributed and where the strongest focus lies.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Overall, A Journey Through Time is a topic of lasting importance, and the insights presented here serve as a practical reference for further exploration.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concludes with a clear set of takeaways that can be directly applied, adapted, and expanded upon in future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005840"/>
            <a:ext cx="4389120" cy="48463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Areas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0" y="1600200"/>
          <a:ext cx="4023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0" y="6309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4/5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Summary — Part 5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6263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summary, this presentation delivers a complete, structured, and insightful overview of A Journey Through Time with clarity, depth, and relevance.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supports both understanding and action, making it a valuable resource for students, professionals, and decision-makers alike.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ideas presented can be extended into workshops, strategy sessions, or further research depending on the reader's specific goals.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Finally, the content has been kept concise, visually consistent, and easy to navigate so that the key message is never lost.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hope this presentation provides a strong starting point for deeper discussion and meaningful real-world application.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005840"/>
            <a:ext cx="4389120" cy="48463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0" y="1600200"/>
          <a:ext cx="4023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0" y="6309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5/5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SolvixAI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SOLVIX_AI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Solvix_AI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Journey Through Time</dc:title>
  <dc:subject>A Journey Through Time</dc:subject>
  <dc:creator>SOLVIX_AI</dc:creator>
  <cp:lastModifiedBy>SOLVIX_AI</cp:lastModifiedBy>
  <cp:revision>1</cp:revision>
  <dcterms:created xsi:type="dcterms:W3CDTF">2026-10-17T05:33:00Z</dcterms:created>
  <dcterms:modified xsi:type="dcterms:W3CDTF">2026-10-17T05:33:00Z</dcterms:modified>
</cp:coreProperties>
</file>