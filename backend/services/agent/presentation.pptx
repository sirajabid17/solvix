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0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The 1992 W…</c:v>
                  </c:pt>
                  <c:pt idx="2">
                    <c:v>Philanthro…</c:v>
                  </c:pt>
                  <c:pt idx="3">
                    <c:v>Entry into…</c:v>
                  </c:pt>
                  <c:pt idx="4">
                    <c:v>Tenure as …</c:v>
                  </c:pt>
                  <c:pt idx="5">
                    <c:v>Post-Premi…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The 1992 W…</c:v>
                  </c:pt>
                  <c:pt idx="2">
                    <c:v>Philanthro…</c:v>
                  </c:pt>
                  <c:pt idx="3">
                    <c:v>Entry into…</c:v>
                  </c:pt>
                  <c:pt idx="4">
                    <c:v>Tenure as …</c:v>
                  </c:pt>
                  <c:pt idx="5">
                    <c:v>Post-Premi…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The 1992 W…</c:v>
                  </c:pt>
                  <c:pt idx="2">
                    <c:v>Philanthro…</c:v>
                  </c:pt>
                  <c:pt idx="3">
                    <c:v>Entry into…</c:v>
                  </c:pt>
                  <c:pt idx="4">
                    <c:v>Tenure as …</c:v>
                  </c:pt>
                  <c:pt idx="5">
                    <c:v>Post-Premi…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The 1992 W…</c:v>
                  </c:pt>
                  <c:pt idx="2">
                    <c:v>Philanthro…</c:v>
                  </c:pt>
                  <c:pt idx="3">
                    <c:v>Entry into…</c:v>
                  </c:pt>
                  <c:pt idx="4">
                    <c:v>Tenure as …</c:v>
                  </c:pt>
                  <c:pt idx="5">
                    <c:v>Post-Premi…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The 1992 W…</c:v>
                  </c:pt>
                  <c:pt idx="2">
                    <c:v>Philanthro…</c:v>
                  </c:pt>
                  <c:pt idx="3">
                    <c:v>Entry into…</c:v>
                  </c:pt>
                  <c:pt idx="4">
                    <c:v>Tenure as …</c:v>
                  </c:pt>
                  <c:pt idx="5">
                    <c:v>Post-Premi…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Imran Khan: Cricket Icon to Political Leader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Life, Legacy, and Political Journey of Pakistan's 22nd Prime Minister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840480" y="3246120"/>
            <a:ext cx="4480560" cy="0"/>
          </a:xfrm>
          <a:prstGeom prst="line">
            <a:avLst/>
          </a:prstGeom>
          <a:noFill/>
          <a:ln w="25400">
            <a:solidFill>
              <a:srgbClr val="60A5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6309360"/>
            <a:ext cx="1218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by SolvixAI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Early Life and Cricket Career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Born in Lahore, Pakistan, in 1952 to an affluent Pashtun family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Educated at Aitchison College Lahore and Keble College, Oxford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Made international debut for the Pakistan national cricket team in 1971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Emerged as one of the world's premier fast bowlers and all-rounders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0233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Served as team captain during Pakistan cricket's golden era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1992 World Cup Triumph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Led Pakistan to its first and only ICC Cricket World Cup victory in 1992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Rallied the team with his famous 'cornered tigers' speech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Scored a crucial 72 runs in the final against England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Retired from international cricket immediately following the victory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0233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Cemented his status as an enduring national hero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Philanthropy and Social Impact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Founded Shaukat Khanum Memorial Cancer Hospital in 1994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Provided free, high-quality cancer care to underprivileged patients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Namal University in Mianwali in 2008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on providing affordable higher education to rural youth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0233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widespread trust through transparent charitable endeavors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Entry into Politics and Rise of PTI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Founded the political party Pakistan Tehreek-e-Insaf (PTI) in 1996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Campaigned on anti-corruption, rule of law, and social justice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Spent over a decade as a minor political player in parliament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Achieved a major political breakthrough with mass rallies in 2011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0233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Mobilized youth and urban middle-class voters across the country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Tenure as Prime Minister (2018–2022)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Elected as the 22nd Prime Minister of Pakistan in August 2018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Launched the 'Ehsaas' social safety and poverty alleviation program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Initiated the 10 Billion Tree Tsunami environmental initiative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the national response to the COVID-19 pandemic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0233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Removed from office via a parliamentary no-confidence vote in April 2022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Post-Premiership and Current Landscape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Led massive public protest rallies demanding early general elections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Survived an assassination attempt during a political march in November 2022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Faced dozens of legal charges and subsequent imprisonment in 2023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continued popular support through independent election candidates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0233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Remains one of the most polarizing and influential figures in modern Pakistan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1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Imran Khan: Cricket Icon to Political Leader is a comprehensive, multi-dimensional subject carefully structured across 6 thematic sections in this presentation.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presentation establishes a strong foundation, introducing the core concepts, background, and essential context needed for deep understanding.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central theme "The Life, Legacy, and Political Journey of Pakistan's 22nd Prime Minister" anchors the entire discussion and provides the reader with a clear and focused direction throughout.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section has been thoughtfully designed to build upon the previous one, ensuring a smooth, logical, and easy-to-follow flow of ideas.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structure is intentionally modular so that every key area receives adequate attention while still contributing to a unified narrative.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Emphasis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1/5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2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Together, these sections cover approximately 30 key bullet points highlighting the most important insights and takeaways.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strategic perspective, Imran Khan: Cricket Icon to Political Leader plays a significant role in shaping outcomes, influencing decisions, and driving measurable value.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theoretical understanding with practical application, making it relevant both for new learners and experienced professionals.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of the most important observations is that Imran Khan: Cricket Icon to Political Leader cannot be viewed in isolation from other internal or external factors.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interacts with technology, human behavior, market dynamics, and organizational priorities in complex and often unpredictable ways.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Insights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2/5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3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Understanding these interactions is essential for making informed decisions and for anticipating future trends with confidence.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presentation also highlights several emerging developments and opportunities that are likely to shape the future of Imran Khan: Cricket Icon to Political Leader.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developments suggest that continuous learning, adaptability, and innovation will remain critical success factors in the coming years.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terms of benefits, Imran Khan: Cricket Icon to Political Leader offers improved efficiency, better decision-making, enhanced clarity, and stronger strategic alignment.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the same time, it introduces certain challenges — such as complexity, resource requirements, and the need for skilled implementation.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Focus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3/5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4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Addressing these challenges proactively can unlock substantial long-term value and create a sustainable competitive advantage.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visual chart included in these summary slides summarizes the relative emphasis placed on each major section of the presentation.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provides a quick, at-a-glance understanding of how the content is distributed and where the strongest focus lies.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Overall, Imran Khan: Cricket Icon to Political Leader is a topic of lasting importance, and the insights presented here serve as a practical reference for further exploration.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presentation concludes with a clear set of takeaways that can be directly applied, adapted, and expanded upon in future work.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Areas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4/5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5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summary, this presentation delivers a complete, structured, and insightful overview of Imran Khan: Cricket Icon to Political Leader with clarity, depth, and relevance.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supports both understanding and action, making it a valuable resource for students, professionals, and decision-makers alike.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ideas presented can be extended into workshops, strategy sessions, or further research depending on the reader's specific goals.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Finally, the content has been kept concise, visually consistent, and easy to navigate so that the key message is never lost.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hope this presentation provides a strong starting point for deeper discussion and meaningful real-world application.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Takeaways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5/5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31546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by SolvixAI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6309360"/>
            <a:ext cx="1218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SOLVIX_AI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Solvix_AI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Imran Khan: Cricket Icon to Political Leader</dc:title>
  <dc:subject>Imran Khan: Cricket Icon to Political Leader</dc:subject>
  <dc:creator>SOLVIX_AI</dc:creator>
  <cp:lastModifiedBy>SOLVIX_AI</cp:lastModifiedBy>
  <cp:revision>1</cp:revision>
  <dcterms:created xsi:type="dcterms:W3CDTF">2026-09-13T07:25:29Z</dcterms:created>
  <dcterms:modified xsi:type="dcterms:W3CDTF">2026-09-13T07:25:29Z</dcterms:modified>
</cp:coreProperties>
</file>